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86B2B-E464-4337-B2C2-E0E7BE4D8DE6}" v="6" dt="2025-03-18T01:08:46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861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az Bhanji" userId="994edb2cde3f21c0" providerId="LiveId" clId="{1D986B2B-E464-4337-B2C2-E0E7BE4D8DE6}"/>
    <pc:docChg chg="modSld">
      <pc:chgData name="Altaz Bhanji" userId="994edb2cde3f21c0" providerId="LiveId" clId="{1D986B2B-E464-4337-B2C2-E0E7BE4D8DE6}" dt="2025-03-18T01:09:13.298" v="35" actId="1076"/>
      <pc:docMkLst>
        <pc:docMk/>
      </pc:docMkLst>
      <pc:sldChg chg="addSp modSp mod">
        <pc:chgData name="Altaz Bhanji" userId="994edb2cde3f21c0" providerId="LiveId" clId="{1D986B2B-E464-4337-B2C2-E0E7BE4D8DE6}" dt="2025-03-18T01:09:13.298" v="35" actId="1076"/>
        <pc:sldMkLst>
          <pc:docMk/>
          <pc:sldMk cId="3757676387" sldId="256"/>
        </pc:sldMkLst>
        <pc:spChg chg="add mod">
          <ac:chgData name="Altaz Bhanji" userId="994edb2cde3f21c0" providerId="LiveId" clId="{1D986B2B-E464-4337-B2C2-E0E7BE4D8DE6}" dt="2025-03-18T01:09:03.987" v="34" actId="1076"/>
          <ac:spMkLst>
            <pc:docMk/>
            <pc:sldMk cId="3757676387" sldId="256"/>
            <ac:spMk id="29" creationId="{9687AEAB-43FA-723C-8E36-A91E89D36207}"/>
          </ac:spMkLst>
        </pc:spChg>
        <pc:spChg chg="add mod">
          <ac:chgData name="Altaz Bhanji" userId="994edb2cde3f21c0" providerId="LiveId" clId="{1D986B2B-E464-4337-B2C2-E0E7BE4D8DE6}" dt="2025-03-18T01:08:12.613" v="28" actId="1076"/>
          <ac:spMkLst>
            <pc:docMk/>
            <pc:sldMk cId="3757676387" sldId="256"/>
            <ac:spMk id="30" creationId="{C73E2634-6449-FC0D-C153-947743FD48AB}"/>
          </ac:spMkLst>
        </pc:spChg>
        <pc:spChg chg="add mod ord">
          <ac:chgData name="Altaz Bhanji" userId="994edb2cde3f21c0" providerId="LiveId" clId="{1D986B2B-E464-4337-B2C2-E0E7BE4D8DE6}" dt="2025-03-18T01:09:01.003" v="33" actId="207"/>
          <ac:spMkLst>
            <pc:docMk/>
            <pc:sldMk cId="3757676387" sldId="256"/>
            <ac:spMk id="34" creationId="{C7EFCE0C-925F-8C1E-851B-08F549E9D4E7}"/>
          </ac:spMkLst>
        </pc:spChg>
        <pc:cxnChg chg="mod">
          <ac:chgData name="Altaz Bhanji" userId="994edb2cde3f21c0" providerId="LiveId" clId="{1D986B2B-E464-4337-B2C2-E0E7BE4D8DE6}" dt="2025-03-18T01:09:13.298" v="35" actId="1076"/>
          <ac:cxnSpMkLst>
            <pc:docMk/>
            <pc:sldMk cId="3757676387" sldId="256"/>
            <ac:cxnSpMk id="16" creationId="{FC86578E-2EF9-AA31-2A53-23BE0018C948}"/>
          </ac:cxnSpMkLst>
        </pc:cxnChg>
        <pc:cxnChg chg="add">
          <ac:chgData name="Altaz Bhanji" userId="994edb2cde3f21c0" providerId="LiveId" clId="{1D986B2B-E464-4337-B2C2-E0E7BE4D8DE6}" dt="2025-03-18T01:05:14.583" v="0" actId="11529"/>
          <ac:cxnSpMkLst>
            <pc:docMk/>
            <pc:sldMk cId="3757676387" sldId="256"/>
            <ac:cxnSpMk id="24" creationId="{A9F2A39C-7288-2BC4-67A4-A293FD7FF629}"/>
          </ac:cxnSpMkLst>
        </pc:cxnChg>
        <pc:cxnChg chg="add mod">
          <ac:chgData name="Altaz Bhanji" userId="994edb2cde3f21c0" providerId="LiveId" clId="{1D986B2B-E464-4337-B2C2-E0E7BE4D8DE6}" dt="2025-03-18T01:06:44.139" v="1"/>
          <ac:cxnSpMkLst>
            <pc:docMk/>
            <pc:sldMk cId="3757676387" sldId="256"/>
            <ac:cxnSpMk id="25" creationId="{A308F751-60A1-B284-1B9D-538D10A916FA}"/>
          </ac:cxnSpMkLst>
        </pc:cxnChg>
        <pc:cxnChg chg="add mod">
          <ac:chgData name="Altaz Bhanji" userId="994edb2cde3f21c0" providerId="LiveId" clId="{1D986B2B-E464-4337-B2C2-E0E7BE4D8DE6}" dt="2025-03-18T01:06:51.897" v="4" actId="14100"/>
          <ac:cxnSpMkLst>
            <pc:docMk/>
            <pc:sldMk cId="3757676387" sldId="256"/>
            <ac:cxnSpMk id="26" creationId="{F0E329CA-DEDA-9F67-E042-108DDBC173BE}"/>
          </ac:cxnSpMkLst>
        </pc:cxnChg>
        <pc:cxnChg chg="add mod">
          <ac:chgData name="Altaz Bhanji" userId="994edb2cde3f21c0" providerId="LiveId" clId="{1D986B2B-E464-4337-B2C2-E0E7BE4D8DE6}" dt="2025-03-18T01:08:12.613" v="28" actId="1076"/>
          <ac:cxnSpMkLst>
            <pc:docMk/>
            <pc:sldMk cId="3757676387" sldId="256"/>
            <ac:cxnSpMk id="32" creationId="{4E119B20-A263-02BD-DC1B-7081A25AF29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E6E9-5A1B-F366-8934-72E7AFEEF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70D2B-499D-AA01-1D0B-9A5E10821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D2DC0-D1BF-E6CE-C42C-5A57F3CD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05F80-C419-FBD9-D002-F2EDB3AC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E72CA-1BAA-EA58-4EE5-7F5404E1E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8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DC48-98B2-B34D-1B37-CF105DD7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3DD1-6FB3-76AE-C72D-CF6AE57F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854E0-D68B-B343-DC56-501032D7E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0F4BF-DC65-CDC5-9A0E-71FFFFB7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634B-2205-A35F-973F-ECFE7D23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64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E05E4-BDF2-D88C-EEA5-9CEA8A26E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94E0C-0210-3D5F-EC64-E80017E80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1B65E-FC8D-2E15-0DB4-94628F5D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D0963-DEA1-C5CD-A714-1648C256D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35F8C-464E-68E0-441A-A0774AB2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38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DE8E-442C-9DF8-B94D-80872DB4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5B985-308D-7240-0935-92BEED016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28F81C-8655-25FC-B3E9-C9592FEE28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88D37-F54E-DFF5-BB02-02728564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7C134-CBBD-D294-B129-ED862C5ED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F4D83-2FFB-90F9-0C8E-D53942EE8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1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59B1-E86F-6A68-E923-D76C2CD5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610C0-DE3D-2F0E-D096-9347042F8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D2B74-4279-0AF5-97CA-63B720886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F96D42-95FB-B1E1-5ACA-4BD0FB80E2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25EEBF-FAAB-098F-DEC3-F73AB2AE24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6A88AB-C219-73D2-5B10-F9AFF0CC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65CA59-86BC-00AB-BAFC-D5718F6C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00DE03-7A2E-F7C2-08D8-F8A69AC1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0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CEAD-E5F4-E7ED-7EAA-8A4173F9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C624CB-16D7-4F00-4338-B3520D6C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02520-2C0B-3F10-D18E-F6F7F27B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D455D-D995-3E5A-120D-CB087099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79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59F65-70C7-4FE5-2074-D226E9147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E107D1-A791-D316-72EE-91E1A0160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1D736-A3EE-471D-64B7-A3FB314E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7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362F-60C2-4674-32FB-73FBE70C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12447-5E80-E5B2-852E-30C47C268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76EA5-F36C-1167-8324-25389E405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C09B1-D69B-2283-304A-E3881792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4AB57-BC3F-FDA9-BAB3-A4E188887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93AAF-FA2E-BBF3-2553-2FD0E82F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15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34D43-ED9B-DA24-D684-7D2F8AFC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31ED0C-5541-AF17-BB24-E184F75E9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EEF581-9DF6-B786-326D-43DF39D84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9240B-1EB4-8405-20FD-D912179B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9E8B4-644F-56C4-9306-0207C46F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3F88B-949B-9E2A-99F8-94B1D785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9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18AF-72EC-353D-9845-E846F2F9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46219-24A7-143E-8665-D9FF5F886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0233-37D2-643A-FA56-661C53A8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2D11A-C392-FA1C-B027-F527EC51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1F01F-236C-8D62-1A77-482413055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4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0C159-2037-A212-5A34-9388F7A55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A64868-220C-720F-4EC1-F5A7701B4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5A167-1B3A-AF34-EBC7-FCA1B940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98120-2291-0E5B-1B60-D45D76ECA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914B2-588D-768C-0246-9E52325C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5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B3220-DBDD-10E5-EAE4-53C70C100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9E5B8D-9470-189A-639F-BC8FAE224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F0671-CD85-F5B4-1F44-B8022BF4D9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84A715-960F-483A-B9EF-0E0CE0285D8F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C77AE-9283-1F65-66A5-9EEF6EEA2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19E3A-1BF3-7B6C-8E6A-93A10B3A1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BCCDE-989B-4238-A03B-753811000C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44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C7EFCE0C-925F-8C1E-851B-08F549E9D4E7}"/>
              </a:ext>
            </a:extLst>
          </p:cNvPr>
          <p:cNvSpPr/>
          <p:nvPr/>
        </p:nvSpPr>
        <p:spPr>
          <a:xfrm>
            <a:off x="7648570" y="2882238"/>
            <a:ext cx="2359824" cy="145241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Flask</a:t>
            </a:r>
          </a:p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/>
              <a:t>App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9ECBCA7D-1478-A2A9-95BD-72F828221907}"/>
              </a:ext>
            </a:extLst>
          </p:cNvPr>
          <p:cNvSpPr/>
          <p:nvPr/>
        </p:nvSpPr>
        <p:spPr>
          <a:xfrm>
            <a:off x="3050381" y="4879181"/>
            <a:ext cx="935831" cy="11930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D41BC-C116-1263-D074-7BCB76F74DD3}"/>
              </a:ext>
            </a:extLst>
          </p:cNvPr>
          <p:cNvSpPr/>
          <p:nvPr/>
        </p:nvSpPr>
        <p:spPr>
          <a:xfrm>
            <a:off x="2711052" y="1314451"/>
            <a:ext cx="1614487" cy="105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Flask</a:t>
            </a:r>
          </a:p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/>
              <a:t>App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21B4E7-9212-0DA7-23B9-B971FA761DCE}"/>
              </a:ext>
            </a:extLst>
          </p:cNvPr>
          <p:cNvCxnSpPr>
            <a:cxnSpLocks/>
            <a:stCxn id="5" idx="2"/>
            <a:endCxn id="4" idx="1"/>
          </p:cNvCxnSpPr>
          <p:nvPr/>
        </p:nvCxnSpPr>
        <p:spPr>
          <a:xfrm>
            <a:off x="3518296" y="2371726"/>
            <a:ext cx="1" cy="25074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ylinder 7">
            <a:extLst>
              <a:ext uri="{FF2B5EF4-FFF2-40B4-BE49-F238E27FC236}">
                <a16:creationId xmlns:a16="http://schemas.microsoft.com/office/drawing/2014/main" id="{8D01427B-5F30-D9A3-55C8-BBAADDD2F485}"/>
              </a:ext>
            </a:extLst>
          </p:cNvPr>
          <p:cNvSpPr/>
          <p:nvPr/>
        </p:nvSpPr>
        <p:spPr>
          <a:xfrm>
            <a:off x="8346279" y="4879181"/>
            <a:ext cx="935831" cy="119300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2AB9A7-2246-AE80-ECBA-008145903D6D}"/>
              </a:ext>
            </a:extLst>
          </p:cNvPr>
          <p:cNvSpPr/>
          <p:nvPr/>
        </p:nvSpPr>
        <p:spPr>
          <a:xfrm>
            <a:off x="8006950" y="3078958"/>
            <a:ext cx="1614487" cy="1057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Flask</a:t>
            </a:r>
          </a:p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/>
              <a:t>App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672C04-92A9-DC49-2653-247D39780ABA}"/>
              </a:ext>
            </a:extLst>
          </p:cNvPr>
          <p:cNvCxnSpPr>
            <a:cxnSpLocks/>
            <a:stCxn id="9" idx="2"/>
            <a:endCxn id="8" idx="1"/>
          </p:cNvCxnSpPr>
          <p:nvPr/>
        </p:nvCxnSpPr>
        <p:spPr>
          <a:xfrm>
            <a:off x="8814194" y="4136233"/>
            <a:ext cx="1" cy="74294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6578E-2EF9-AA31-2A53-23BE0018C948}"/>
              </a:ext>
            </a:extLst>
          </p:cNvPr>
          <p:cNvCxnSpPr/>
          <p:nvPr/>
        </p:nvCxnSpPr>
        <p:spPr>
          <a:xfrm>
            <a:off x="1291828" y="2593182"/>
            <a:ext cx="960834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854CA7-39F8-DC0E-E2EE-6523E7E2D84E}"/>
              </a:ext>
            </a:extLst>
          </p:cNvPr>
          <p:cNvSpPr txBox="1"/>
          <p:nvPr/>
        </p:nvSpPr>
        <p:spPr>
          <a:xfrm>
            <a:off x="242888" y="4779169"/>
            <a:ext cx="935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D5B96B-42F9-335E-F2F8-B7BFD42D7D05}"/>
              </a:ext>
            </a:extLst>
          </p:cNvPr>
          <p:cNvSpPr txBox="1"/>
          <p:nvPr/>
        </p:nvSpPr>
        <p:spPr>
          <a:xfrm>
            <a:off x="242888" y="1524833"/>
            <a:ext cx="935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Laptop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B1864-D375-D727-9017-6A4C4ED26E33}"/>
              </a:ext>
            </a:extLst>
          </p:cNvPr>
          <p:cNvSpPr txBox="1"/>
          <p:nvPr/>
        </p:nvSpPr>
        <p:spPr>
          <a:xfrm>
            <a:off x="4501753" y="5148501"/>
            <a:ext cx="27122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Endpoint (host, URL)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user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1" dirty="0"/>
              <a:t>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 err="1"/>
              <a:t>db</a:t>
            </a:r>
            <a:r>
              <a:rPr lang="en-US" sz="1100" dirty="0"/>
              <a:t>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port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F1386A-5350-A57A-379A-1F09AC28B48A}"/>
              </a:ext>
            </a:extLst>
          </p:cNvPr>
          <p:cNvSpPr txBox="1"/>
          <p:nvPr/>
        </p:nvSpPr>
        <p:spPr>
          <a:xfrm>
            <a:off x="4762499" y="4183025"/>
            <a:ext cx="1724021" cy="4616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/>
              <a:t>Secrets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Parameter Store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F2A39C-7288-2BC4-67A4-A293FD7FF629}"/>
              </a:ext>
            </a:extLst>
          </p:cNvPr>
          <p:cNvCxnSpPr>
            <a:stCxn id="5" idx="2"/>
            <a:endCxn id="22" idx="0"/>
          </p:cNvCxnSpPr>
          <p:nvPr/>
        </p:nvCxnSpPr>
        <p:spPr>
          <a:xfrm>
            <a:off x="3518296" y="2371726"/>
            <a:ext cx="2106214" cy="1811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E329CA-DEDA-9F67-E042-108DDBC173BE}"/>
              </a:ext>
            </a:extLst>
          </p:cNvPr>
          <p:cNvCxnSpPr>
            <a:cxnSpLocks/>
            <a:stCxn id="9" idx="1"/>
            <a:endCxn id="22" idx="3"/>
          </p:cNvCxnSpPr>
          <p:nvPr/>
        </p:nvCxnSpPr>
        <p:spPr>
          <a:xfrm flipH="1">
            <a:off x="6486520" y="3607596"/>
            <a:ext cx="1520430" cy="806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687AEAB-43FA-723C-8E36-A91E89D36207}"/>
              </a:ext>
            </a:extLst>
          </p:cNvPr>
          <p:cNvSpPr/>
          <p:nvPr/>
        </p:nvSpPr>
        <p:spPr>
          <a:xfrm>
            <a:off x="9850041" y="2667704"/>
            <a:ext cx="516733" cy="4112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IAM</a:t>
            </a:r>
          </a:p>
          <a:p>
            <a:pPr algn="ctr"/>
            <a:r>
              <a:rPr lang="en-US" sz="900" dirty="0"/>
              <a:t>Role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73E2634-6449-FC0D-C153-947743FD48AB}"/>
              </a:ext>
            </a:extLst>
          </p:cNvPr>
          <p:cNvSpPr/>
          <p:nvPr/>
        </p:nvSpPr>
        <p:spPr>
          <a:xfrm>
            <a:off x="1178718" y="939691"/>
            <a:ext cx="516733" cy="4112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IAM</a:t>
            </a:r>
          </a:p>
          <a:p>
            <a:pPr algn="ctr"/>
            <a:r>
              <a:rPr lang="en-US" sz="900" dirty="0"/>
              <a:t>User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119B20-A263-02BD-DC1B-7081A25AF29A}"/>
              </a:ext>
            </a:extLst>
          </p:cNvPr>
          <p:cNvCxnSpPr>
            <a:stCxn id="30" idx="3"/>
            <a:endCxn id="5" idx="1"/>
          </p:cNvCxnSpPr>
          <p:nvPr/>
        </p:nvCxnSpPr>
        <p:spPr>
          <a:xfrm>
            <a:off x="1695451" y="1145318"/>
            <a:ext cx="1015601" cy="697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676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33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Altaz Bhanji</dc:creator>
  <cp:lastModifiedBy>Altaz Bhanji</cp:lastModifiedBy>
  <cp:revision>1</cp:revision>
  <dcterms:created xsi:type="dcterms:W3CDTF">2025-03-17T23:09:30Z</dcterms:created>
  <dcterms:modified xsi:type="dcterms:W3CDTF">2025-03-18T01:09:23Z</dcterms:modified>
</cp:coreProperties>
</file>